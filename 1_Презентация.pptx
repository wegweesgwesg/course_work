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3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docProps/custom.xml" ContentType="application/vnd.openxmlformats-officedocument.custom-properties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12192000" cy="6858000"/>
  <p:defaultTextStyle>
    <a:defPPr>
      <a:defRPr lang="ru-RU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5" d="102"/>
          <a:sy n="99" d="101"/>
        </p:scale>
        <p:origin x="112" y="112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0443820A-0E64-48F8-9055-FF0DD326791F}" type="slidenum">
              <a:rPr/>
              <a:t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078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DBAF7565-BD3D-4988-BF27-19ACCF1FF09C}" type="slidenum">
              <a:rPr/>
              <a:t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078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BADD4291-E64D-4ACE-9606-872F71F26F53}" type="slidenum">
              <a:rPr/>
              <a:t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E7848800-600E-4D7C-8C16-56913FC2CB79}" type="slidenum">
              <a:rPr/>
              <a:t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83F740C6-2FCF-4DC5-BD09-D174C89031A2}" type="slidenum">
              <a:rPr/>
              <a:t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 bwMode="auto">
          <a:xfrm>
            <a:off x="1523880" y="1122480"/>
            <a:ext cx="9142920" cy="1106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defRPr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24CE1E4F-90CD-444A-9102-28A7F8C6D4A3}" type="slidenum">
              <a:rPr/>
              <a:t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54B77554-3C92-4FB0-A5BA-1538CE874445}" type="slidenum">
              <a:rPr/>
              <a:t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CE45E5D0-7D09-4149-8883-20EC63A466B5}" type="slidenum">
              <a:rPr/>
              <a:t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078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EC5258FE-DB84-45B9-9B37-2835BC5834A2}" type="slidenum">
              <a:rPr/>
              <a:t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078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078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43333E65-E319-423D-A2F3-391F9AD0C527}" type="slidenum">
              <a:rPr/>
              <a:t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9A71CA36-5B07-4E7D-959F-2DAA2C004824}" type="slidenum">
              <a:rPr/>
              <a:t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 bwMode="auto"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 bwMode="auto"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 bwMode="auto"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 bwMode="auto"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EC69DE03-561F-4E27-872C-F6EF2C2AABB2}" type="slidenum">
              <a:rPr/>
              <a:t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078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 bwMode="auto"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 bwMode="auto"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5A182F08-8818-4767-99C4-3366E5EE4C41}" type="slidenum">
              <a: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/>
            </a:fld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 bwMode="auto"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rgbClr val="6FAC09">
                <a:alpha val="65000"/>
              </a:srgbClr>
            </a:gs>
            <a:gs pos="100000">
              <a:srgbClr val="26145E">
                <a:alpha val="65000"/>
              </a:srgb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ctr">
              <a:buNone/>
              <a:defRPr/>
            </a:pPr>
            <a:r>
              <a:rPr lang="ru-RU" sz="3600" b="0" i="0" u="none" strike="noStrike" cap="none" spc="0">
                <a:solidFill>
                  <a:schemeClr val="bg1"/>
                </a:solidFill>
                <a:latin typeface="Graphik App Black"/>
                <a:ea typeface="Graphik App Black"/>
                <a:cs typeface="Graphik App Black"/>
              </a:rPr>
              <a:t>Разработка серверной части для веб-конфигуратора системного блока для магазина «Бит»</a:t>
            </a:r>
            <a:endParaRPr sz="3600" b="0" strike="noStrike" spc="-1">
              <a:solidFill>
                <a:schemeClr val="bg1"/>
              </a:solidFill>
              <a:latin typeface="Graphik App Black"/>
              <a:cs typeface="Graphik App Black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1523880" y="3935534"/>
            <a:ext cx="9142920" cy="165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Автор: Дёрев Никита Андреевич</a:t>
            </a:r>
            <a:endParaRPr sz="2400" b="0" i="0" u="none" strike="noStrike" cap="none" spc="0">
              <a:solidFill>
                <a:schemeClr val="bg1"/>
              </a:solidFill>
              <a:latin typeface="Liberation Sans"/>
              <a:cs typeface="Liberation Sans"/>
            </a:endParaRPr>
          </a:p>
          <a:p>
            <a:pPr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Группа: ИСП-029</a:t>
            </a:r>
            <a:endParaRPr sz="2400" b="0" i="0" u="none" strike="noStrike" cap="none" spc="0">
              <a:solidFill>
                <a:schemeClr val="bg1"/>
              </a:solidFill>
              <a:latin typeface="Liberation Sans"/>
              <a:cs typeface="Liberation Sans"/>
            </a:endParaRPr>
          </a:p>
          <a:p>
            <a:pPr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Преподаватель: </a:t>
            </a:r>
            <a:r>
              <a:rPr lang="ru-RU" sz="2400" b="0" i="0" u="none" strike="noStrike" cap="none" spc="0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Каревский Максим Андреевич</a:t>
            </a:r>
            <a:endParaRPr sz="2400" b="0" i="0" u="none" strike="noStrike" cap="none" spc="0">
              <a:solidFill>
                <a:schemeClr val="bg1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rgbClr val="6FAC09">
                <a:alpha val="65000"/>
              </a:srgbClr>
            </a:gs>
            <a:gs pos="100000">
              <a:srgbClr val="26145E">
                <a:alpha val="65000"/>
              </a:srgb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8030374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523880" y="1122479"/>
            <a:ext cx="9142920" cy="75394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ctr">
              <a:buNone/>
              <a:defRPr/>
            </a:pPr>
            <a:r>
              <a:rPr lang="ru-RU" sz="3600" b="0" i="0" u="none" strike="noStrike" cap="none" spc="0">
                <a:solidFill>
                  <a:schemeClr val="bg1"/>
                </a:solidFill>
                <a:latin typeface="Graphik App Black"/>
                <a:ea typeface="Graphik App Black"/>
                <a:cs typeface="Graphik App Black"/>
              </a:rPr>
              <a:t>Цель и задачи</a:t>
            </a:r>
            <a:endParaRPr sz="3600" b="0" strike="noStrike" spc="0">
              <a:solidFill>
                <a:schemeClr val="bg1"/>
              </a:solidFill>
              <a:latin typeface="Graphik App Black"/>
              <a:cs typeface="Graphik App Black"/>
            </a:endParaRPr>
          </a:p>
        </p:txBody>
      </p:sp>
      <p:sp>
        <p:nvSpPr>
          <p:cNvPr id="1121226800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1523879" y="2371724"/>
            <a:ext cx="9142920" cy="340994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Цель</a:t>
            </a:r>
            <a:r>
              <a:rPr lang="ru-RU" sz="2400" b="0" i="0" u="none" strike="noStrike" cap="none" spc="0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: </a:t>
            </a:r>
            <a:r>
              <a:rPr lang="ru-RU" sz="2400" b="0" i="0" u="none" strike="noStrike" cap="none" spc="0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Разработать серверную часть веб-конфигуратора ПК для подбора совместимых комплектующих с возможностью дальнейшего внедрения на сайт магазина.</a:t>
            </a:r>
            <a:endParaRPr lang="ru-RU" sz="2400" b="0" i="0" u="none" strike="noStrike" cap="none" spc="0">
              <a:solidFill>
                <a:schemeClr val="bg1"/>
              </a:solidFill>
              <a:latin typeface="Liberation Sans"/>
              <a:cs typeface="Liberation Sans"/>
            </a:endParaRPr>
          </a:p>
          <a:p>
            <a:pPr>
              <a:defRPr/>
            </a:pPr>
            <a:endParaRPr lang="ru-RU" sz="2400" b="0" i="0" u="none" strike="noStrike" cap="none" spc="0">
              <a:solidFill>
                <a:schemeClr val="bg1"/>
              </a:solidFill>
              <a:latin typeface="Liberation Sans"/>
              <a:cs typeface="Liberation Sans"/>
            </a:endParaRPr>
          </a:p>
          <a:p>
            <a:pPr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Задачи: </a:t>
            </a:r>
            <a:endParaRPr lang="ru-RU" sz="2400" b="0" i="0" u="none" strike="noStrike" cap="none" spc="0">
              <a:solidFill>
                <a:schemeClr val="bg1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- Реализовать выбор комплектующих по категориям.</a:t>
            </a:r>
            <a:endParaRPr lang="ru-RU" sz="2400" b="0" i="0" u="none" strike="noStrike" cap="none" spc="0">
              <a:solidFill>
                <a:schemeClr val="bg1"/>
              </a:solidFill>
              <a:latin typeface="Liberation Sans"/>
              <a:cs typeface="Liberation Sans"/>
            </a:endParaRPr>
          </a:p>
          <a:p>
            <a:pPr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- Добавить проверку совместимости компонентов.</a:t>
            </a:r>
            <a:endParaRPr lang="ru-RU" sz="2400" b="0" i="0" u="none" strike="noStrike" cap="none" spc="0">
              <a:solidFill>
                <a:schemeClr val="bg1"/>
              </a:solidFill>
              <a:latin typeface="Liberation Sans"/>
              <a:cs typeface="Liberation Sans"/>
            </a:endParaRPr>
          </a:p>
          <a:p>
            <a:pPr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- Реализовать шаблоны и каталог готовых сборок.</a:t>
            </a:r>
            <a:endParaRPr lang="ru-RU" sz="2400" b="0" i="0" u="none" strike="noStrike" cap="none" spc="0">
              <a:solidFill>
                <a:schemeClr val="bg1"/>
              </a:solidFill>
              <a:latin typeface="Liberation Sans"/>
              <a:cs typeface="Liberation Sans"/>
            </a:endParaRPr>
          </a:p>
          <a:p>
            <a:pPr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- Добавить авторизацию и разграничение ролей.</a:t>
            </a:r>
            <a:endParaRPr lang="ru-RU" sz="2400" b="0" i="0" u="none" strike="noStrike" cap="none" spc="0">
              <a:solidFill>
                <a:schemeClr val="bg1"/>
              </a:solidFill>
              <a:latin typeface="Liberation Sans"/>
              <a:cs typeface="Liberation Sans"/>
            </a:endParaRPr>
          </a:p>
          <a:p>
            <a:pPr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- Реализовать администрирование пользователей и товаров.</a:t>
            </a:r>
            <a:endParaRPr lang="ru-RU" sz="2400" b="0" i="0" u="none" strike="noStrike" cap="none" spc="0">
              <a:solidFill>
                <a:schemeClr val="bg1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rgbClr val="6FAC09">
                <a:alpha val="65000"/>
              </a:srgbClr>
            </a:gs>
            <a:gs pos="100000">
              <a:srgbClr val="26145E">
                <a:alpha val="65000"/>
              </a:srgb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697326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523880" y="1122479"/>
            <a:ext cx="9142920" cy="75394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ctr">
              <a:buNone/>
              <a:defRPr/>
            </a:pPr>
            <a:r>
              <a:rPr lang="ru-RU" sz="3600" b="0" i="0" u="none" strike="noStrike" cap="none" spc="0">
                <a:solidFill>
                  <a:schemeClr val="bg1"/>
                </a:solidFill>
                <a:latin typeface="Graphik App Black"/>
                <a:ea typeface="Graphik App Black"/>
                <a:cs typeface="Graphik App Black"/>
              </a:rPr>
              <a:t>Стек технологий</a:t>
            </a:r>
            <a:endParaRPr sz="3600" b="0" strike="noStrike" spc="0">
              <a:solidFill>
                <a:schemeClr val="bg1"/>
              </a:solidFill>
              <a:latin typeface="Graphik App Black"/>
              <a:cs typeface="Graphik App Black"/>
            </a:endParaRPr>
          </a:p>
        </p:txBody>
      </p:sp>
      <p:sp>
        <p:nvSpPr>
          <p:cNvPr id="2033293310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1523879" y="2371724"/>
            <a:ext cx="9142920" cy="340994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- Backend: PHP 8.3, Laravel 13</a:t>
            </a:r>
            <a:endParaRPr lang="ru-RU" sz="2400" b="0" i="0" u="none" strike="noStrike" cap="none" spc="0">
              <a:solidFill>
                <a:schemeClr val="bg1"/>
              </a:solidFill>
              <a:latin typeface="Liberation Sans"/>
              <a:cs typeface="Liberation Sans"/>
            </a:endParaRPr>
          </a:p>
          <a:p>
            <a:pPr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- Frontend: Blade, HTML, CSS, JavaScript</a:t>
            </a:r>
            <a:endParaRPr lang="ru-RU" sz="2400" b="0" i="0" u="none" strike="noStrike" cap="none" spc="0">
              <a:solidFill>
                <a:schemeClr val="bg1"/>
              </a:solidFill>
              <a:latin typeface="Liberation Sans"/>
              <a:cs typeface="Liberation Sans"/>
            </a:endParaRPr>
          </a:p>
          <a:p>
            <a:pPr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- База данных: MySQL</a:t>
            </a:r>
            <a:endParaRPr lang="ru-RU" sz="2400" b="0" i="0" u="none" strike="noStrike" cap="none" spc="0">
              <a:solidFill>
                <a:schemeClr val="bg1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rgbClr val="6FAC09">
                <a:alpha val="65000"/>
              </a:srgbClr>
            </a:gs>
            <a:gs pos="100000">
              <a:srgbClr val="26145E">
                <a:alpha val="65000"/>
              </a:srgb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694594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523880" y="1122479"/>
            <a:ext cx="9142920" cy="75394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ctr">
              <a:buNone/>
              <a:defRPr/>
            </a:pPr>
            <a:r>
              <a:rPr lang="ru-RU" sz="3600" b="0" i="0" u="none" strike="noStrike" cap="none" spc="0">
                <a:solidFill>
                  <a:schemeClr val="bg1"/>
                </a:solidFill>
                <a:latin typeface="Graphik App Black"/>
                <a:ea typeface="Graphik App Black"/>
                <a:cs typeface="Graphik App Black"/>
              </a:rPr>
              <a:t>Функциональность проекта</a:t>
            </a:r>
            <a:endParaRPr sz="3600" b="0" strike="noStrike" spc="0">
              <a:solidFill>
                <a:schemeClr val="bg1"/>
              </a:solidFill>
              <a:latin typeface="Graphik App Black"/>
              <a:cs typeface="Graphik App Black"/>
            </a:endParaRPr>
          </a:p>
        </p:txBody>
      </p:sp>
      <p:sp>
        <p:nvSpPr>
          <p:cNvPr id="1008823438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1523879" y="2371724"/>
            <a:ext cx="9142920" cy="340994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- Сборка ПК из совместимых комплектующих.</a:t>
            </a:r>
            <a:endParaRPr lang="ru-RU" sz="2400" b="0" i="0" u="none" strike="noStrike" cap="none" spc="0">
              <a:solidFill>
                <a:schemeClr val="bg1"/>
              </a:solidFill>
              <a:latin typeface="Liberation Sans"/>
              <a:cs typeface="Liberation Sans"/>
            </a:endParaRPr>
          </a:p>
          <a:p>
            <a:pPr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- Каталог товаров с поиском, фильтрами, пагинацией и фото.</a:t>
            </a:r>
            <a:endParaRPr lang="ru-RU" sz="2400" b="0" i="0" u="none" strike="noStrike" cap="none" spc="0">
              <a:solidFill>
                <a:schemeClr val="bg1"/>
              </a:solidFill>
              <a:latin typeface="Liberation Sans"/>
              <a:cs typeface="Liberation Sans"/>
            </a:endParaRPr>
          </a:p>
          <a:p>
            <a:pPr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- Проверка совместимости компонентов и вывод предупреждений.</a:t>
            </a:r>
            <a:endParaRPr lang="ru-RU" sz="2400" b="0" i="0" u="none" strike="noStrike" cap="none" spc="0">
              <a:solidFill>
                <a:schemeClr val="bg1"/>
              </a:solidFill>
              <a:latin typeface="Liberation Sans"/>
              <a:cs typeface="Liberation Sans"/>
            </a:endParaRPr>
          </a:p>
          <a:p>
            <a:pPr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- Работа с шаблонами и опубликованными сборками.</a:t>
            </a:r>
            <a:endParaRPr lang="ru-RU" sz="2400" b="0" i="0" u="none" strike="noStrike" cap="none" spc="0">
              <a:solidFill>
                <a:schemeClr val="bg1"/>
              </a:solidFill>
              <a:latin typeface="Liberation Sans"/>
              <a:cs typeface="Liberation Sans"/>
            </a:endParaRPr>
          </a:p>
          <a:p>
            <a:pPr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- Админ-панель для управления пользователями и данными.</a:t>
            </a:r>
            <a:endParaRPr lang="ru-RU" sz="2400" b="0" i="0" u="none" strike="noStrike" cap="none" spc="0">
              <a:solidFill>
                <a:schemeClr val="bg1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R7-Office/2024.1.1.375</Application>
  <DocSecurity>0</DocSecurity>
  <PresentationFormat/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dc:identifier/>
  <dc:language>ru-RU</dc:language>
  <cp:lastModifiedBy>БезИмени</cp:lastModifiedBy>
  <cp:revision>8</cp:revision>
  <dcterms:created xsi:type="dcterms:W3CDTF">2023-08-25T13:22:51Z</dcterms:created>
  <dcterms:modified xsi:type="dcterms:W3CDTF">2026-03-20T09:48:46Z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</vt:i4>
  </property>
  <property fmtid="{D5CDD505-2E9C-101B-9397-08002B2CF9AE}" pid="4" name="PresentationFormat">
    <vt:lpwstr>Широкоэкранный</vt:lpwstr>
  </property>
  <property fmtid="{D5CDD505-2E9C-101B-9397-08002B2CF9AE}" pid="5" name="Slides">
    <vt:i4>1</vt:i4>
  </property>
</Properties>
</file>